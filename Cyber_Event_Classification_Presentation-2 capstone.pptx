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Test Accuracy by Model (Random Baseline = 0.125)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E807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Logistic Regression</c:v>
                  </c:pt>
                  <c:pt idx="3">
                    <c:v>ANN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0.129</c:v>
                </c:pt>
                <c:pt idx="1">
                  <c:v>0.1246</c:v>
                </c:pt>
                <c:pt idx="2">
                  <c:v>0.1241</c:v>
                </c:pt>
                <c:pt idx="3">
                  <c:v>0.1229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7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7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capstone project applies a complete machine learning pipeline to classify cyber-attack types from a synthesized cybersecurity dataset, built on Breiman's Random Forest methodology. Presented by Afifa Sabha and Satvik Kumar.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Cybersecurity incidents are increasing in volume, making manual classification infeasible. This project explores whether machine learning can automate the classification of attack types, using Random Forest theory as its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given recorded incident attributes, can we predict which of 8 attack types occurred? This is a multiclass classification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guide the project: from data cleaning through model selection, with an emphasis on rigorous, transparent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literature review draws on 15 real, cited papers spanning Random Forest theory, IDS benchmark datasets, dataset auditing, and phishing/DDoS detection studies. A key theme: dataset quality is as important as 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literature review reveals a gap: most studies don't audit dataset quality before benchmarking models. This project's novelty is treating that audit as a core deliverable, using convergence across 4 different models as diagnostic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100,000 records, 15 attributes, 8 balanced attack-type classes, and no missing or duplicate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methodology follows a standard, reproducible seven-stage pipeline applied identically across all four models to ensure a fair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 found the dataset already structurally clean — no missing values or duplicates — but we still standardized text and checked for outliers as good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EDA covered 8 visualizations. Two key ones shown here: the balanced target distribution, and boxplots showing numeric features barely differ across attack types — a strong early hint at the eventual model performance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included dropping identifiers, extracting time-based features, encoding categoricals, and scaling numerics — each step justified by the requirements of our downstream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models were selected to span the major model families used in the literature: linear, single-tree, ensemble-tree, and neural network — enabling a robust cross-architecture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selected the best Random Forest and Decision Tree configurations by 3-fold cross-validation accuracy. Notably, tuning barely moved performance — reinforcing that the ceiling is data-driven, not tuning-driven.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achieves the highest accuracy and F1 score, marginally ahead of the other three models — all cluster tightly around the 12.5% random baseline for this 8-class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confirmation from ROC-AUC and error analysis: all models rank near chance level, and misclassification is spread evenly across classes rather than concentrated on similar attack-type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limitation is the dataset itself, not the modeling approach. This has a real practical implication: security teams should audit feature quality before trusting an ML classifier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built a rigorous ML pipeline and selected Random Forest as our recommended model. Our key contribution is the transparent, multi-method diagnosis that this dataset lacks predictive signal — a genuine and important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includes validating this pipeline on real-world datasets, adding SHAP interpretability, exploring gradient boosting and hybrid deep learning models, and deploying the model behind an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references shown here; the full 15-paper APA 7th edition reference list is in the thesis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We're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EVENT CLASSIFICATION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Data110 Capstone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Afifa Sabha  •  Satvik Kumar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Breiman, L. (2001). Random Forests. Machine Learning, 45(1), 5–32.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are growing in scale, speed, and sophistication across every industry.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of security incidents no longer scales with modern event volume.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path to automate classification of attack type from incident attributes.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and evaluates a complete ML pipeline for cyber-event classification, grounded in the ensemble learning theory of Breiman (2001).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supervised machine learning model accurately predict the type of cyber-attack (attack_type) associated with a recorded security incident?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as an 8-class multiclass classification problem.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Phishing, DDoS, Zero-Day, Ransomware, Malware, SQL Injection, Brute Force, XSS.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15 recorded attributes per incident (attack characteristics, target system, organizational context, response metrics).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481328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explore the cybersecurity events dataset thoroughly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95160" y="1481328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relevant temporal and derived features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898648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4 classifiers: Logistic Regression, Decision Tree, Random Forest, ANN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2898648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via GridSearchCV; validate via 5-fold cross-validation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315968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Accuracy, Precision, Recall, F1, ROC-AUC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420624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4315968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justify the best model transparently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Key Studies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448056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Breiman (2001)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theory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Ensembles of trees reduce variance vs. single trees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Alharbi &amp; Islam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feature selection for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 improves accuracy and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Sharafaldin et al.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CICIDS2017 benchmark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a widely-used labeled IDS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Engelen et al.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CICIDS2017 audit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labeling/leakage issues inflating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et al.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ML survey for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benchmark accuracy ≠ real-world robustness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Kapan &amp; Sora Gunal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&amp; feature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 matters more than algorithm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covers 15 papers (2001–2026); see Thesis Report, Chapter 2.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most cybersecurity ML studies assume the dataset has genuine class-conditional signal; few explicitly audit and report when it doesn't.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this project applies a rigorous, consistent 4-model comparison and treats dataset-quality auditing as a first-class deliverable, not an afterthought.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cross-model convergence test (4 independent architectures agreeing on near-baseline performance) is used as diagnostic evidence — distinguishing a data problem from a model problem.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Classes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696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attack_type — Phishing, DDoS, Zero-Day, Ransomware, Malware, SQL Injection, Brute Force, XSS (balanced, ~12,500 each)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target_system, outcome, security_tools_used, user_role, location, industry, mitigation_method, data_compromised_GB, attack_duration_min, attack_severity, response_time_min, timestamp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values, no duplicate rows — structurally clean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Pipeline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4805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86537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9397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E80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397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1129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3989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5721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8581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E80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581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0313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3173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173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4905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7765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0E80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7765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94976" y="274320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323576" y="2743200"/>
            <a:ext cx="14173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23576" y="274320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reproducible pipeline applied identically to all four models for fair comparison.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466344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across all 15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Full-row duplicate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formatting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whitespace on categorical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(IQR)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on 4 numeric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Rare; retained as plausible edge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to datetime; decomposed to hour/day/month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feature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pic>
        <p:nvPicPr>
          <p:cNvPr id="3" name="Image 0" descr="image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383280"/>
          </a:xfrm>
          <a:prstGeom prst="rect">
            <a:avLst/>
          </a:prstGeom>
        </p:spPr>
      </p:pic>
      <p:pic>
        <p:nvPicPr>
          <p:cNvPr id="4" name="Image 1" descr="images/04_boxpl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394960" cy="3383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balanced across 8 classes; numeric features show near-identical distributions across attack types — an early signal of low class-discriminative signal.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493776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removal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attacker_ip, target_ip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memorization of near-unique values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extraction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hour / day-of-week / month patterns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is_business_hours flag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attack_type (target)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format required by classifiers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nominal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false ordinal relationships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Scaling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numeric columns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for Logistic Regression &amp; ANN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 &amp; Justification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linear baseline; sets a lower performance bound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non-linear model; building block for Random Forest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candidate (Breiman, 2001) — robust ensemble, feature importances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3657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840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higher-capacity non-linear modeling adds value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743200"/>
                <a:gridCol w="2103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CV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∈ {100,150}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∈ {10,20}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max_depth=20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∈ {5,10,15,20}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 ∈ {2,5,10}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min_samples_split=2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02336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criterion: highest mean 3-fold cross-validation accuracy on the training set.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kept compact given single-core compute — still explore meaningful ranges for both models.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converge to similar CV accuracy regardless of configuration, itself informative.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192024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55448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40080" y="3429000"/>
          <a:ext cx="10881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ROC &amp; Error Analysis</a:t>
            </a:r>
            <a:endParaRPr lang="en-US" sz="2600" dirty="0"/>
          </a:p>
        </p:txBody>
      </p:sp>
      <p:pic>
        <p:nvPicPr>
          <p:cNvPr id="3" name="Image 0" descr="images/13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76072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46304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Macro-avg ROC-AUC clusters near 0.50 for all 4 models — chance-level ranking ability.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(Random Forest) misclassifies 87.1% of test samples.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error rate: 84.6%–89.0% — a narrow 4.4-point spread across all 8 classes.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confusion pair — errors are broadly spread, not concentrated between similar attack types.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Implications &amp; Dataset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(numeric &amp; categorical) is distributed almost uniformly with respect to attack_type — the dataset appears synthetically/randomly generated rather than reflecting real attack telemetry.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model architectures converge on the same near-baseline performance — strong evidence the limitation is data-driven, not model- or tuning-driven.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before deploying any classifier operationally, audit that logged features (e.g., packet-level or behavioral signals) actually carry discriminative signal — following the dataset-audit precedent of Engelen et al. (2021).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rigorously evaluated a complete ML pipeline for cyber-event classification across 4 model families.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as the recommended model — highest accuracy/F1, and strongest robustness &amp; interpretability per Breiman (2001).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contribution: transparent diagnosis that this dataset lacks meaningful class-conditional signal, demonstrated consistently across EDA, 4 models, cross-validation, ROC-AUC, and error analysis.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 of near-baseline results reflects sound data science practice — not a pipeline failure.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this same pipeline to a real-world or realistically simulated dataset (e.g., CICIDS2017, UNSW-NB15).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interpretability to complement Random Forest feature importances.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gradient boosting (XGBoost, LightGBM) and hybrid CNN-LSTM architectures.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trained Random Forest model behind a lightweight inference API.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dataset-quality auditing as a standard first step before model development.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(Selected)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Sharafaldin, I., Lashkari, A. H., &amp; Ghorbani, A. A. (2018). Toward generating a new intrusion detection dataset and intrusion traffic characterization. ICISSP, 1, 108–116.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Engelen, G., Rimmer, V., &amp; Joosen, W. (2021). Troubleshooting an intrusion detection dataset: The CICIDS2017 case study. IEEE S&amp;P Workshops, 7–12.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K., Kim, D. D., &amp; Asghar, M. R. (2023). Adversarial machine learning for network intrusion detection systems: A comprehensive survey. IEEE Communications Surveys &amp; Tutorials, 25(1), 538–566.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15-paper reference list in the accompanying Thesis Report (APA 7th Edition).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Afifa Sabha  •  Satvik Kumar  —  Data110 Capstone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2026-08-05T01:43:40Z</dcterms:created>
  <dcterms:modified xsi:type="dcterms:W3CDTF">2026-08-05T01:43:40Z</dcterms:modified>
</cp:coreProperties>
</file>